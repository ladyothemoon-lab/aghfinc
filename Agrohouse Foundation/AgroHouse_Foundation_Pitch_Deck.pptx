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estimate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Program 1</c:v>
                  </c:pt>
                  <c:pt idx="1">
                    <c:v>Program 2
(Phase 1-2)</c:v>
                  </c:pt>
                  <c:pt idx="2">
                    <c:v>Program 3
(projected)</c:v>
                  </c:pt>
                  <c:pt idx="3">
                    <c:v>Program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250</c:v>
                </c:pt>
                <c:pt idx="2">
                  <c:v>100</c:v>
                </c:pt>
                <c:pt idx="3">
                  <c:v>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estimate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30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Program 1</c:v>
                  </c:pt>
                  <c:pt idx="1">
                    <c:v>Program 2
(Phase 1-2)</c:v>
                  </c:pt>
                  <c:pt idx="2">
                    <c:v>Program 3
(projected)</c:v>
                  </c:pt>
                  <c:pt idx="3">
                    <c:v>Program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</c:v>
                </c:pt>
                <c:pt idx="1">
                  <c:v>500</c:v>
                </c:pt>
                <c:pt idx="2">
                  <c:v>200</c:v>
                </c:pt>
                <c:pt idx="3">
                  <c:v>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30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C6B5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6E9C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97680"/>
            <a:ext cx="5029200" cy="5029200"/>
          </a:xfrm>
          <a:prstGeom prst="ellipse">
            <a:avLst/>
          </a:prstGeom>
          <a:solidFill>
            <a:srgbClr val="C98A2C">
              <a:alpha val="15000"/>
            </a:srgbClr>
          </a:solidFill>
          <a:ln/>
        </p:spPr>
      </p:sp>
      <p:pic>
        <p:nvPicPr>
          <p:cNvPr id="4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8149" y="640080"/>
            <a:ext cx="1085222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AGROHOUSE FOUNDATION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Food Systems. Workforce Pathways. Community Stability.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66360" y="3703320"/>
            <a:ext cx="1828800" cy="0"/>
          </a:xfrm>
          <a:prstGeom prst="line">
            <a:avLst/>
          </a:prstGeom>
          <a:noFill/>
          <a:ln w="19050">
            <a:solidFill>
              <a:srgbClr val="C98A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86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Board Overview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prospective partners and board members  •  July 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Built To Close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210677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insecurity outpaces supply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7490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organizations are stretched thin and dependent on inconsistent outside donations.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78" y="210677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path from need to independence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37490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food support rarely connects to job skills, training, or long-term stability.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24060" y="2011680"/>
            <a:ext cx="731520" cy="7315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58" y="210677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926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housing programs operate in silos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03920" y="37490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models integrate food production, job training, and stable housing into one system.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 was designed to connect all three — not solve them separately.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System, Four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 — nothing is replaced as the system grows.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7612" y="2423160"/>
            <a:ext cx="768096" cy="76809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464" y="2523012"/>
            <a:ext cx="568391" cy="5683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food distribution &amp; operational footing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 rot="5400000">
            <a:off x="3182112" y="3474720"/>
            <a:ext cx="201168" cy="274320"/>
          </a:xfrm>
          <a:prstGeom prst="triangle">
            <a:avLst/>
          </a:prstGeom>
          <a:solidFill>
            <a:srgbClr val="C98A2C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6E9C4F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29684" y="2423160"/>
            <a:ext cx="768096" cy="76809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536" y="2523012"/>
            <a:ext cx="568391" cy="5683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93592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local farm system replacing outside dependence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rot="5400000">
            <a:off x="6044184" y="3474720"/>
            <a:ext cx="201168" cy="274320"/>
          </a:xfrm>
          <a:prstGeom prst="triangle">
            <a:avLst/>
          </a:prstGeom>
          <a:solidFill>
            <a:srgbClr val="C98A2C"/>
          </a:solidFill>
          <a:ln/>
        </p:spPr>
      </p:sp>
      <p:sp>
        <p:nvSpPr>
          <p:cNvPr id="18" name="Shape 14"/>
          <p:cNvSpPr/>
          <p:nvPr/>
        </p:nvSpPr>
        <p:spPr>
          <a:xfrm>
            <a:off x="6272784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C5F2D"/>
          </a:solidFill>
          <a:ln/>
        </p:spPr>
      </p:sp>
      <p:sp>
        <p:nvSpPr>
          <p:cNvPr id="19" name="Text 15"/>
          <p:cNvSpPr/>
          <p:nvPr/>
        </p:nvSpPr>
        <p:spPr>
          <a:xfrm>
            <a:off x="6409944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191756" y="2423160"/>
            <a:ext cx="768096" cy="76809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608" y="2523012"/>
            <a:ext cx="568391" cy="5683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55664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task-based job training on real operations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5400000">
            <a:off x="8906256" y="3474720"/>
            <a:ext cx="201168" cy="274320"/>
          </a:xfrm>
          <a:prstGeom prst="triangle">
            <a:avLst/>
          </a:prstGeom>
          <a:solidFill>
            <a:srgbClr val="C98A2C"/>
          </a:solidFill>
          <a:ln/>
        </p:spPr>
      </p:sp>
      <p:sp>
        <p:nvSpPr>
          <p:cNvPr id="25" name="Shape 20"/>
          <p:cNvSpPr/>
          <p:nvPr/>
        </p:nvSpPr>
        <p:spPr>
          <a:xfrm>
            <a:off x="9134856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6E9C4F"/>
          </a:solidFill>
          <a:ln/>
        </p:spPr>
      </p:sp>
      <p:sp>
        <p:nvSpPr>
          <p:cNvPr id="26" name="Text 21"/>
          <p:cNvSpPr/>
          <p:nvPr/>
        </p:nvSpPr>
        <p:spPr>
          <a:xfrm>
            <a:off x="9272016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0053828" y="2423160"/>
            <a:ext cx="768096" cy="76809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80" y="2523012"/>
            <a:ext cx="568391" cy="56839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72016" y="33375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AgroHouse™ Housing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317736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housing integrated with work &amp; daily life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Building: Programs 1 &amp;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— executable today, no additional design required to begin.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Stabilization &amp; Operations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food distribution via delivery van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partner, and event-based delivery routes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staff: Program Manager + 1 support worker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independently — doesn't require the farm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93776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 – $150K startup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19659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387" y="2043227"/>
            <a:ext cx="439826" cy="4398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1947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236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Infrastructure &amp; Operations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20840" y="28346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livestock, poultry &amp; waterfowl systems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stand — primary public revenue point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Irrigation, utilities, biosecurity &amp; access control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Phased: basic systems → farm stand → kitchen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20840" y="493776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9" name="Text 15"/>
          <p:cNvSpPr/>
          <p:nvPr/>
        </p:nvSpPr>
        <p:spPr>
          <a:xfrm>
            <a:off x="672084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$500K (Phase 1–2)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&amp; Ready: Programs 3 &amp;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specified — open to a program partner to lead build-out and operation.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Workforce, Education &amp; Training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training built directly on Program 2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residents, volunteers, teens, staff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under FLSA &amp; Florida labor law incl. age-based tasks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investment: $100K – $200K (estimate, not finalized)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2C5F2D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1965960"/>
            <a:ext cx="594360" cy="5943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387" y="204322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947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52360" y="2194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AgroHouse™ Residential System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20840" y="29260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vocational housing units, each tied to a 1-acre hoop house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living integrated with work &amp; training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separate state residential/housing licensure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investment: $325K – $840K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role: designer &amp; systems architect for Programs 3–4 — seeking a partner to lead operation once phased in.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Lead — and Where I'm Building a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8483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8288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 — Outreach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0" y="1828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13639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8803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 — Farm Infrastructure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880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187952"/>
            <a:ext cx="365760" cy="365760"/>
          </a:xfrm>
          <a:prstGeom prst="ellipse">
            <a:avLst/>
          </a:prstGeom>
          <a:solidFill>
            <a:srgbClr val="6E9C4F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9319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 — Workforce &amp; Education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931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9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Founder-designed, partial founder-led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239512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49834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 — AgroHouse Housing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4983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Founder-designed, seeking operating partner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reflect early-stage planning estimates; Program 3 figures are directional.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Phase (Prog. 1+2)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21945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$320K – $650K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55280" y="2834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outreach operations and Phase 1–2 farm infrastructure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379476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2F5EE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(all 4 programs)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4297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$745K – $1.69M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55280" y="4937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build-out across all phases; Programs 3–4 figures are early planning estimates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today, and the path to full legal &amp; grant readiness.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2F5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Articles of Incorporation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6916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Division of Corporations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332720" y="1773936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5C6B54"/>
          </a:solidFill>
          <a:ln/>
        </p:spPr>
      </p:sp>
      <p:sp>
        <p:nvSpPr>
          <p:cNvPr id="9" name="Text 7"/>
          <p:cNvSpPr/>
          <p:nvPr/>
        </p:nvSpPr>
        <p:spPr>
          <a:xfrm>
            <a:off x="10332720" y="177393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5000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Federal EIN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235000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— same day once incorporated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332720" y="2432304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5C6B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24323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2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0837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0837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governing documents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300837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 &amp; Conflict of Interest Policy — drafted, ready for board adoption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32720" y="3090672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0" y="309067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6674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66674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initial Board of Directors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366674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members — actively recruiting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32720" y="3749040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C98A2C"/>
          </a:solidFill>
          <a:ln/>
        </p:spPr>
      </p:sp>
      <p:sp>
        <p:nvSpPr>
          <p:cNvPr id="27" name="Text 25"/>
          <p:cNvSpPr/>
          <p:nvPr/>
        </p:nvSpPr>
        <p:spPr>
          <a:xfrm>
            <a:off x="10332720" y="3749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325112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2F5E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32511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3251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 1023 / 1023-EZ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432511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501(c)(3) determination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332720" y="4407408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5C6B54"/>
          </a:solidFill>
          <a:ln/>
        </p:spPr>
      </p:sp>
      <p:sp>
        <p:nvSpPr>
          <p:cNvPr id="33" name="Text 31"/>
          <p:cNvSpPr/>
          <p:nvPr/>
        </p:nvSpPr>
        <p:spPr>
          <a:xfrm>
            <a:off x="10332720" y="440740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9834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" y="49834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charitable registration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89320" y="498348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public fundraising/solicitation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5065776"/>
            <a:ext cx="1280160" cy="402336"/>
          </a:xfrm>
          <a:prstGeom prst="roundRect">
            <a:avLst>
              <a:gd name="adj" fmla="val 34091"/>
            </a:avLst>
          </a:prstGeom>
          <a:solidFill>
            <a:srgbClr val="5C6B54"/>
          </a:solidFill>
          <a:ln/>
        </p:spPr>
      </p:sp>
      <p:sp>
        <p:nvSpPr>
          <p:cNvPr id="39" name="Text 37"/>
          <p:cNvSpPr/>
          <p:nvPr/>
        </p:nvSpPr>
        <p:spPr>
          <a:xfrm>
            <a:off x="10332720" y="50657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Readiness &amp; Funding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80274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91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Rural Development &amp; Farm-to-Table grants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57998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688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/ anti-hunger federal &amp; state grants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357220"/>
            <a:ext cx="372161" cy="372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461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development grants (state &amp; federal)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6E9C4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134460"/>
            <a:ext cx="372161" cy="372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0233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foundation &amp; corporate community grants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858000" y="1737360"/>
            <a:ext cx="4754880" cy="4023360"/>
          </a:xfrm>
          <a:prstGeom prst="roundRect">
            <a:avLst>
              <a:gd name="adj" fmla="val 1818"/>
            </a:avLst>
          </a:prstGeom>
          <a:solidFill>
            <a:srgbClr val="F2F5EE"/>
          </a:solidFill>
          <a:ln/>
        </p:spPr>
      </p:sp>
      <p:sp>
        <p:nvSpPr>
          <p:cNvPr id="16" name="Text 10"/>
          <p:cNvSpPr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needed before applying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178040" y="251460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501(c)(3) determination letter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&amp; seated board of directors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bylaws &amp; conflict of interest policy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operating budget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Program-level outcome metrics (in place — see program docs)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6E9C4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Looking For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3100" y="1874520"/>
            <a:ext cx="731520" cy="73152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196961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Members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financial oversight, and mission accountability as we formalize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3580" y="1874520"/>
            <a:ext cx="731520" cy="73152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78" y="196961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Partners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3337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to lead Program 3 (workforce) or Program 4 (housing) as we phase in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5544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24060" y="1874520"/>
            <a:ext cx="731520" cy="73152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158" y="196961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Supporters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03920" y="33375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Introductions, in-kind support, or seed funding toward Phase 1–2 launch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845" y="914400"/>
            <a:ext cx="795829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 — Stability. Structure. Sustainability. Opportunity. Respect.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66360" y="3749040"/>
            <a:ext cx="1828800" cy="0"/>
          </a:xfrm>
          <a:prstGeom prst="line">
            <a:avLst/>
          </a:prstGeom>
          <a:noFill/>
          <a:ln w="19050">
            <a:solidFill>
              <a:srgbClr val="C98A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Name]  •  [Phone]  •  [Email]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AgroHouse Foundation - Partnership Overview</dc:title>
  <dc:subject>PptxGenJS Presentation</dc:subject>
  <dc:creator>AgroHouse Foundation</dc:creator>
  <cp:lastModifiedBy>AgroHouse Foundation</cp:lastModifiedBy>
  <cp:revision>1</cp:revision>
  <dcterms:created xsi:type="dcterms:W3CDTF">2026-07-01T18:41:51Z</dcterms:created>
  <dcterms:modified xsi:type="dcterms:W3CDTF">2026-07-01T18:41:51Z</dcterms:modified>
</cp:coreProperties>
</file>