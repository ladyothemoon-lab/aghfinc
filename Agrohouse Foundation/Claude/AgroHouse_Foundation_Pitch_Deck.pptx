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images/logo_sim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502920"/>
            <a:ext cx="1463040" cy="18470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146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AGROHOUSE FOUNDATION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Food Systems  •  Workforce Pathways  •  Community Stability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3977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Board Overview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prospective board members and community partners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813-364-3921  •  LadyOTheMoon@gmail.com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AgroHouse Foundation — Maggie Baty. All Rights Reserved.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We're Built To Close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6E8B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4173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insecurity outpaces supply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8013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organizations are stretched thin and dependent on inconsistent outside donations.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6E8B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5603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path from need to independence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9443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food support rarely connects to job skills, training, or long-term stability.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6E8B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7033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&amp; housing programs operate in silos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0873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models integrate food production, job training, and stable housing into one system.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EF2E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AgroHouse Foundation was designed to connect all three — not solve them separately.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Integrated System, Four Components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last — nothing is replaced as the system grows.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EEF2E6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7830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food distribution &amp; operational footing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7830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520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Sustainable, local farm system replacing outside dependence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EEF2E6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0" y="17830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520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task-based job training on real operations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150876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95560" y="17830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101955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2688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AgroHouse™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72600" y="3520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housing integrated with work &amp; daily life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Building: Programs 1 &amp;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— executable today, no additional design required to begin.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EEF2E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Stabilization &amp; Operations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food distribution via delivery van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partner, and event-based delivery routes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~100 (weekday min.) / ~150 (Sunday) across 2 outreach sites currently attended by the founder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staff: Program Manager + 1 support worker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5257800"/>
            <a:ext cx="4709160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2578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 – $150K startup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EEF2E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Infrastructure &amp; Operations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systems feed the outreach, farm stand &amp; future AgroHouse residents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(cattle/swine): education-only, via teaching pens — not a meat program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 &amp; waterfowl: education + live-sale revenue stream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stand — primary public revenue point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5257800"/>
            <a:ext cx="4709160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2578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 – $500K (Phase 1–2)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&amp; Ready: Programs 3 &amp; 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specified — open to a program partner to lead build-out and operation.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EF2E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Workforce, Education &amp; Training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Education/Observation track: teens &amp; school/FFA/4-H groups — Teen Center only, no AgroHouse unit access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track: legal working-age teens &amp; adults, task-based, FLSA-compliant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badge access at every work zone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4983480"/>
            <a:ext cx="4709160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983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– $200K (estimate)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EF2E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4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AgroHouse™ Residential System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vocational housing units, each tied to a 1-acre hoop house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vocational model; licensing pathway depends on final resident population (see compliance notes)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— seeking operating partner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4983480"/>
            <a:ext cx="4709160" cy="822960"/>
          </a:xfrm>
          <a:prstGeom prst="roundRect">
            <a:avLst>
              <a:gd name="adj" fmla="val 8889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4983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$325K – $840K (estimate)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role: designer &amp; systems architect for Programs 3–4 — seeking a partner to lead operation once phased in.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 Lead — and Where I'm Building a Team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EF2E6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1 — Outreach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55280" y="1755648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6E8B3D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7556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EF2E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9748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 — Farm Infrastructure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55280" y="2898648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6E8B3D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28986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EF2E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84048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3 — Workforce &amp; Education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55280" y="4041648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40416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Founder-designed, partial founder-led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EF2E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83480"/>
            <a:ext cx="6858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4 — AgroHouse Housing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55280" y="5184648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A6693A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51846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Founder-designed, seeking operating partner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reflect early-stage planning estimates; Program 3–4 figures are directional.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2748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$320K – $650K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Phase (Prog. 1+2)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launch outreach operations and Phase 1–2 farm infrastructure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27482B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7830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$745K – $1.69M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(all 4 programs)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1089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build-out across all phases; Programs 3–4 figures are early planning estimates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6301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8172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newly identified: recurring Program 2 compliance &amp; care costs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care (avian + mobile large-animal): ~$3,600–$5,600/yr    •    Licensing &amp; permits (FWC waterfowl, NPIP, FDACS egg/food, county): ~$300–$750/yr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 Revenue: Flock &amp; Farm Stand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AgroHouse Foundation pricing on current breeding stock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Embden geese (grow-out)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 / bird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Sebastopol geese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 / female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Oregon Mini geese (Holderread-selected, elite show 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$750 / bird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Birmingham Roller pigeons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 / bird ($300 / pair)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325880"/>
            <a:ext cx="4023360" cy="4434840"/>
          </a:xfrm>
          <a:prstGeom prst="roundRect">
            <a:avLst>
              <a:gd name="adj" fmla="val 1818"/>
            </a:avLst>
          </a:prstGeom>
          <a:solidFill>
            <a:srgbClr val="EEF2E6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in the pipeline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63840" y="1920240"/>
            <a:ext cx="3566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Hatching eggs, ducklings, goslings, guinea keets, table eggs — estimated at regional market rates, pricing not yet finalized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stand produce — modeled once the Phase 1 crop plan is set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Agritourism/education tour admission — pricing deferred until the campus is built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snack stand — planned, pricing not yet set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Year-1 flock revenue at modest planning-stage volume: ~$6,870 – $8,370 (see full package for quantity assumptions)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today, and the path to full legal &amp; grant readiness.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Articles of Incorporation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Division of Corporations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2075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filed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228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Federal EIN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1228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— same day once incorporated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12280" y="2075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971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governing documents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Bylaws &amp; Conflict of Interest Policy — drafted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88720" y="3675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2971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initial Board of Directors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812280" y="3337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 members — actively recruiting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12280" y="36758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 1023 / 1023-EZ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937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501(c)(3) determination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88720" y="52760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filed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6177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12280" y="4572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charitable registration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812280" y="4937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public fundraising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12280" y="52760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filed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Strategy — Programs 1 &amp;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specific programs, not general — confirm current details before applying.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 — Outreach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CFPCGP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(USDA NIFA)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$25K–$50K / Full $125K–$400K, 1:1 match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523744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MGFSP Micro-Grants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(USDA AMS via FDACS)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Small-scale food security production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236976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EFSP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(FEMA, local board)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51129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distribution operations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950208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Corporate/community grants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(Publix, Walmart, United Way)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22452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funding, some pre-501(c)(3)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34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 — Farm Infrastructure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1810512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to School Grant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(USDA FNS)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0" y="2084832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$100K–$500K, needs school/CNP partner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2523744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Producer Grant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(USDA Rural Dev.)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0" y="2798064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stand product development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3236976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EQIP cost-share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(USDA NRCS)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351129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Fencing, irrigation, conservation infra.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3950208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Crop Block Grant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(USDA AMS via FDACS)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422452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production enhancement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Strategy — Programs 3 &amp; 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4 grants are for the future operating partner — not the founder's near-term plan.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3 — Workforce &amp; Education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WIOA Youth/Adult funding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(DOL via CareerSource FL)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Work-based learning model fit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523744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 Foundation grants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(National/Florida FFA)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Ag-education chapter partnerships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236976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4-H Foundation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(UF/IFAS 4-H)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51129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Teaching-pen educational programming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950208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grants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 Dept. of Education)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22452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school-district partner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3444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4 — Residential (deferred)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1810512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Labor Housing 514/516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(USDA Rural Dev.)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0" y="2084832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on-farm worker housing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2523744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of Care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(HUD, local CoC lead)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0" y="2798064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residents transition from homelessness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3236976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 / workforce housing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 Housing Finance Corp.)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351129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housing framing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3950208"/>
            <a:ext cx="5440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Private/foundation grants  </a:t>
            </a:r>
            <a:pPr indent="0" marL="0">
              <a:buNone/>
            </a:pPr>
            <a:r>
              <a:rPr lang="en-US" sz="1100" i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(Private/corporate)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422452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capital &amp; program support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 We're Already Ahead Of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standard ag business basics — species- and activity-specific compliance already mapped.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2E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FWC Waterfowl Permit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III commercial permit (~$50/yr) required to sell geese/ducks; federal marking &amp; sale forms for protected species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2E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072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NPIP Enrollment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31729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FDACS Division of Animal Industry certification — supports FFA/4-H exhibition entry and buyer confidence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2277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2E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1421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FDACS Egg &amp; Food Permits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43799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Poultry &amp; Egg Farm Operation Permit; Retail Food Establishment Permit as needed for farm stand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12978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2E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22122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Agritourism Promotion Act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558698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liability protection for school/FFA/4-H walkthroughs once warning notice is posted (F.S. 570.85–89)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Looking For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Members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financial oversight, and mission accountability as we formalize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97680" y="18288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EEF2E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Partners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0" y="274320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to lead Program 3 (workforce) or Program 4 (housing) as we phase in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0" y="18288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EEF2E6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Supporters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321040" y="274320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Introductions, in-kind support, or seed funding toward Phase 1–2 launch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images/logo_sim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457200"/>
            <a:ext cx="1188720" cy="14996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It Together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2971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AgroHouse Foundation — Stability. Structure. Sustainability. Opportunity. Respect.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Maggie Baty, Founder &amp; Executive Director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251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813-364-3921  •  LadyOTheMoon@gmail.com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consideration.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AgroHouse Foundation — Maggie Baty. All Rights Reserved.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AgroHouse Foundation - Partnership &amp; Board Overview</dc:title>
  <dc:subject>PptxGenJS Presentation</dc:subject>
  <dc:creator>AgroHouse Foundation</dc:creator>
  <cp:lastModifiedBy>AgroHouse Foundation</cp:lastModifiedBy>
  <cp:revision>1</cp:revision>
  <dcterms:created xsi:type="dcterms:W3CDTF">2026-07-01T19:52:46Z</dcterms:created>
  <dcterms:modified xsi:type="dcterms:W3CDTF">2026-07-01T19:52:46Z</dcterms:modified>
</cp:coreProperties>
</file>